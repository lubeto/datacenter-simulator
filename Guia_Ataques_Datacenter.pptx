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2" y="-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55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Datacenter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Ataques, </a:t>
            </a:r>
            <a:r>
              <a:rPr lang="en-US" sz="2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Tecnologia en Redes y Sistemas de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ITIC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</a:t>
            </a:r>
            <a:r>
              <a:rPr lang="en-US" sz="28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de 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DDoS/SYN Flood, Brute Force, Port Scan, ARP/MITM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de Hardware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169164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Leak, Disk Failure / RAID Failure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Fisica (SST)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Acceso No Autorizado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657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SSL/TLS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16052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Downgrade, Certificado Expirado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Ataque en Datacenter?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2120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ataque en datacenter es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deliberada 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que compromete la disponibilidad, integridad 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de los sistemas y datos alojados.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originarse de forma externa (ciberatacantes) 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(fallas de hardware, errores de configuracion).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Reales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1600200"/>
            <a:ext cx="52120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Downtime: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servicio (SLA en riesgo)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 o fuga de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elevados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reputacionales ante clientes y reguladores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Sanciones regulatorias (GDPR, ISO 27001)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11430000" cy="1097280"/>
          </a:xfrm>
          <a:prstGeom prst="roundRect">
            <a:avLst>
              <a:gd name="adj" fmla="val 6667"/>
            </a:avLst>
          </a:prstGeom>
          <a:solidFill>
            <a:srgbClr val="1C3A2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simulador, cada ataque </a:t>
            </a: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</a:t>
            </a: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reales: CPU %, RAM %, Net IN (MB/s), Disk I/O (MB/s), Conexiones activas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/ SYN Flood - Como Funciona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Denial of Service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 el servidor con millones de paquetes SYN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(inicio de handshake TCP) sin completar la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agotando los recursos de red y CPU del servidor.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queda esperando respuestas que nunca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llegan (half-open connections),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bloqueando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usuarios reales.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Ataque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Atacante envia SYN al servidor objetivo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Servidor responde SYN-ACK y espera ACK final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 ACK final nunca llega (timeout del atacante)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Miles de conexiones half-open llenan la tabla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Nuevas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legítimas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rechazadas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DDoS: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IPs coordinadas (botnets)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amplifican el volumen del ataque hasta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/ SYN Flood - Deteccion y Mitigacion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en el Simulador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IN:            [CRITICO]      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ancho de banda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Conexiones:   [CRITICO]        half-open masivas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Latencia:        [ELEVADO]      respuestas lentas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              [ELEVADO]    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paquetes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            [MODERADO]  buffers de red llenos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84048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931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Detectarlo en el Simulador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4343400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Observar Net IN &gt; 800 MB/s en el dashboard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Conexiones activas &gt; 5000 de multiples IPs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CPU supera 90% sostenido por mas de 30 segundos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Mitigacion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1600200"/>
            <a:ext cx="530352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Rate Limiting: limitar paquetes por IP/segundo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iptables -A INPUT -p tcp --syn -m limit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--limit 1/s --limit-burst 3 -j ACCEPT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SYN Cookies: responder sin abrir estado en tabla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sysctl -w net.ipv4.tcp_syncookies=1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Firewall / ACL: bloquear IPs de origen masivo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CDN / Scrubbing Center: absorber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antes de llegar al servidor de produccion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Null-route temporal a IPs atacantes detectadas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O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</a:t>
            </a:r>
            <a:r>
              <a:rPr lang="es-CO" sz="28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s-CO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y Como Funciona</a:t>
            </a:r>
            <a:endParaRPr lang="es-CO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ataque que intenta adivinar credenciales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probando combinaciones de usuario/</a:t>
            </a: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contrasena</a:t>
            </a: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automatizada y repetitiva contra un servicio.</a:t>
            </a:r>
            <a:endParaRPr lang="es-CO" sz="1300" noProof="0" dirty="0"/>
          </a:p>
          <a:p>
            <a:pPr marL="0" indent="0">
              <a:buNone/>
            </a:pP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Brute Force:</a:t>
            </a:r>
            <a:endParaRPr lang="es-CO" sz="1300" noProof="0" dirty="0"/>
          </a:p>
          <a:p>
            <a:pPr marL="0" indent="0">
              <a:buNone/>
            </a:pPr>
            <a:endParaRPr lang="es-CO" sz="1300" noProof="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wordlist</a:t>
            </a: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contraseñas comunes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Stuffing</a:t>
            </a: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credenciales de brechas previas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combinaciones de diccionario mas patrones</a:t>
            </a:r>
            <a:endParaRPr lang="es-CO" sz="1300" noProof="0" dirty="0"/>
          </a:p>
          <a:p>
            <a:pPr marL="0" indent="0">
              <a:buNone/>
            </a:pP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comunes: Hydra, Medusa, </a:t>
            </a: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</a:t>
            </a: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Suite</a:t>
            </a:r>
            <a:endParaRPr lang="es-CO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500" b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</a:t>
            </a:r>
            <a:r>
              <a:rPr lang="es-CO" sz="15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Simulador</a:t>
            </a:r>
            <a:endParaRPr lang="es-CO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Conexiones:  [ELEVADO]        intentos repetidos por IP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              [MODERADO]   proceso de autenticación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IN:           [MODERADO]   tráfico de </a:t>
            </a: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             [NORMAL]         impacto mínimo</a:t>
            </a:r>
            <a:endParaRPr lang="es-CO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s-CO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fail2ban: bloqueo automático tras N intentos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Bloqueo por IP: ban temporal o permanente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MFA: segundo factor de autenticación obligatorio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CAPTCHA en interfaces web de </a:t>
            </a: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Contraseñas largas (&gt;16 </a:t>
            </a:r>
            <a:r>
              <a:rPr lang="es-CO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</a:t>
            </a:r>
            <a:r>
              <a:rPr lang="es-CO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con gestores</a:t>
            </a:r>
            <a:endParaRPr lang="es-CO" sz="13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 / Reconocimiento de 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y Como Funciona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reconocimiento para descubrir puertos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abiertos y servicios disponibles en un host objetivo.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mapear la superficie de ataque antes 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un exploit especifico.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scan con nmap: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Scan (-sS): rapido y sigiloso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 (-sT): completa el handshake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Scan (-sU): detecta servicios UDP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Scan (-sV): identifica versiones exactas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Simulador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IN:           [MODERADO]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sondeo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Conexiones:  [ELEVADO]     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IPs, muchos puertos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              [NORMAL]       impacto bajo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            [NORMAL]        impacto minimo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Stealth mode en servicios no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IDS/IPS: Snort, Suricata - alertas de scan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Firewall: default-deny, solo puertos necesarios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Port knocking: secuencia de puertos como llave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Honeypots: detectar reconocimiento activo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Spoofing / Man-in-the-Middle (MITM)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y Como Funciona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respuestas ARP falsas para asociar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MAC a la IP de otro host (gateway o servidor),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redirigiendo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traves de su maquina.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ataque: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Atacante envia ARP Reply: IP gateway = su MAC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Víctima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actualiza su tabla ARP con datos falsos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Todo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víctima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pasa por el atacante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Puede leer, modificar o inyectar paquetes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arpspoof, ettercap, bettercap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Simulador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IN/OUT:  [ELEVADO] 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duplicado/reenviado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Latencia:    [ELEVADO]   salto adicional por atacante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Conexiones:  [MODERADO]  retransmisiones TCP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        [MODERADO]  re-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paquetes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Dynamic ARP Inspection (DAI) en switches L2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802.1X: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dispositivos en la red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ARP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VLANs para aislar segmentos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Deteccion activa: XArp, arpwatch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- Fuga de Memoria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y Como Funciona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un proceso reserva memoria RAM pero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la libera, acumulandola hasta agotar los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del sistema operativo.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ataque externo: es una falla de software,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puede ser explotada deliberadamente.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comunes:</a:t>
            </a:r>
            <a:endParaRPr lang="en-US" sz="1300" dirty="0"/>
          </a:p>
          <a:p>
            <a:pPr marL="0" indent="0">
              <a:buNone/>
            </a:pPr>
            <a:endParaRPr lang="en-US" sz="13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liberacion de objetos (malloc sin free)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circulares en lenguajes sin GC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de eventos no removidos correctamente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de log que crecen sin limite configurado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Simulador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   [CRITICO]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estabilizar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   [NORMAL]   normal o ligeramente elevado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IN: [NORMAL]   sin cambio significativo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Disco:  [NORMAL]   hasta que se activa swap en disco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Monitorear tendencia de RAM (alerta &gt;85%)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Reiniciar proceso afectado (workaround temporal)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 patch o actualizar el software afectado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Usar Valgrind / AddressSanitizer en entorno QA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Limitar memoria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proceso con cgroups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Failure / RAID Failure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y Como Funciona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 disco de almacenamiento.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entornos con RAID, la falla de un disco puede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degradar el array y exponer datos si falla otro.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falla:</a:t>
            </a:r>
            <a:endParaRPr lang="en-US" sz="1300" dirty="0"/>
          </a:p>
          <a:p>
            <a:pPr marL="0" indent="0">
              <a:buNone/>
            </a:pPr>
            <a:endParaRPr lang="en-US" sz="13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mecanica: cabezal o platillos danados (HDD)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electronica: controlador del disco daado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sectors: errores de lectura/escritura persistentes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degradado: perdida de redundancia activa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datos, downtime prolongado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en el Simulador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I/O:      [CRITICO]  &gt;150 MB/s con errores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Used:   [ELEVADO]  crecimiento anomalo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            [MODERADO] retry de operaciones I/O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           [MODERADO] buffers I/O pendientes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Monitorear SMART: smartctl -a /dev/sdX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Reemplazar disco fallido de inmediato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Rebuild RAID: mdadm --manage /dev/md0 --add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Backups 3-2-1: 3 copias, 2 medios, 1 offsite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Alertas proactivas SMART en Nagios / Zabbix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- Falla Termica (Temperatura Critica)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y Como Ocurre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temperatura en el rack supera los umbrales seguros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(&gt;27 C ambiente, &gt;80 C en componentes), poniendo 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hardware y disponibilidad del servicio.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frecuentes:</a:t>
            </a:r>
            <a:endParaRPr lang="en-US" sz="1300" dirty="0"/>
          </a:p>
          <a:p>
            <a:pPr marL="0" indent="0">
              <a:buNone/>
            </a:pPr>
            <a:endParaRPr lang="en-US" sz="13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del sistema CRAC/CRAH de enfriamiento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del flujo de aire en pasillos del datacenter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Sobredensidad de equipos en el rack sin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UPS que genera calor adicional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throttling de CPU, apagado de emergencia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UEFI thermal shutdown,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permanente en hardware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SST Activados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  ALERTA - umbral superado (&gt;27 C)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Humo:              Normal  - sin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detectada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Energia:           ALERTA  - consumo elevado anormal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Fisico: Normal  - sin intrusiones registradas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Verificar estado de unidades CRAC/CRAH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Hot-aisle / Cold-aisle containment en el rack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Blanking panels en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rack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Alertas tempranas configuradas a 25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Protocolo de apagado ordenado si T supera 30 C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- Acceso No Autorizado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y Como Ocurre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datacenter por personal no autorizado,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sin escolta o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ingenieria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como tailgating.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Tailgating: seguir a personal autorizado en la entrada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clonadas (RFID/NFC)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Ingenieria social al personal de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externo sin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 acompanante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robo de hardware,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dispositivos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maliciosos como USB, implantes de red o keyloggers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SST Activados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Acceso:   ALERTA - acceso no registrado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CCTV:                       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activa en tiempo real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          Normal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Humo:                       Normal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Bloqueo inmediato de credencial comprometida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Revisar logs de acceso en el SIEM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grabaciones CCTV del incidente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Doble factor fisico: PIN + badge + biometria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Mantraps / airlocks en acceso principal al DC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Downgrade Attack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y Como Funciona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manipula la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TLS para forzar 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a usar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antigua (TLS 1.0, TLS 1.1,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3.0) con vulnerabilidades conocidas y explotables.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ataque MITM: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Atacante intercepta el Client Hello del cliente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Modifica la lista de cipher suites soportadas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Servidor acepta el protocolo antiguo propuesto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Atacante puede descifrar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capturado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Vulnerabilidades: POODLE (SSL3), BEAST (TLS1.0),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FREAK (exportar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débil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DROWN (SSLv2)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en el Simulador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SSL: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negociada = TLS 1.0 o TLS 1.1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OUT:     [MODERADO]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reencaminado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Latencia:     [ELEVADO] 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proxy MITM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Cert:           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pero protocolo inseguro activo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Forzar TLS 1.2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(idealmente TLS 1.3)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nginx: ssl_protocols TLSv1.2 TLSv1.3;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Deshabilitar SSL 3.0, TLS 1.0, TLS 1.1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HSTS: Strict-Transport-Security en el header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Cipher suites: solo AEAD (AES-GCM, ChaCha20)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Validar config: ssllabs.com/ssltest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SSL/TLS Expirado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y Que Implica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5029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certificado X.509 tiene una fecha de vencimiento.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expirar, los navegadores y clientes rechazan 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 mostrando error de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caido: servicio inaccesible para usuarios finales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y microservicios fallan con mutual TLS activo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reporta downtime aunque el servicio corra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usuarios ven alerta "No Seguro" en Chrome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pero es vector explotable: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atacantes usan la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usuario para phishing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en el Simulador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SSL:  certificado expirado (dias = 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        DOWN - conexiones rechazadas por clientes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IN:        [CAIDA]  trafico cae abruptamente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          errores 500/503 masivos en acceso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56616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certbot renew (Let's Encrypt - sin costo)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Renovación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cron o systemd timer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Monitoreo de vencimiento con Nagios check_http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Alertas a 30, 14, 7 y 1 día antes del vencimiento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Certificate Manager en AWS / GCP / Azure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General de Respuesta a Incidentes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560320" cy="36576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41732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44475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muestra anomalia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activada en el sistema.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2743200"/>
            <a:ext cx="36576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280160"/>
            <a:ext cx="2560320" cy="36576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173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44475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 afectada. Correlacionar con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743200"/>
            <a:ext cx="36576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280160"/>
            <a:ext cx="2560320" cy="36576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141732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44475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tipo de ataque. Asignar severidad: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alta / media / baja.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06840" y="2743200"/>
            <a:ext cx="36576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1280160"/>
            <a:ext cx="2560320" cy="36576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1417320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144475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097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55480" y="27432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contramedida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Resumen - Metricas por Ataque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91779"/>
              </p:ext>
            </p:extLst>
          </p:nvPr>
        </p:nvGraphicFramePr>
        <p:xfrm>
          <a:off x="182880" y="1051560"/>
          <a:ext cx="8439912" cy="2865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I/O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 Inmediata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/ SYN Flood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 + SYN cookies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fail2ban + bloqueo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IDS/IPS + revisar 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 Spoofing/MITM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 en switch + ARP estatico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Leak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Reiniciar proceso + patch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Reemplazar disco + RAID rebuild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Termica (SST)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 + reducir carga </a:t>
                      </a:r>
                      <a:r>
                        <a:rPr lang="en-US" sz="1100" dirty="0" err="1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No Autorizado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Bloquear badge + revisar CCTV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SSL/TLS Downgrade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Forzar TLS 1.3 + deshabilitar antiguo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Cert. SSL Expirado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certbot renew + alerta vencimiento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Leyenda: ↑↑↑ Critico  |  ↑↑ Elevado  |  ↑ Moderado  |  — Sin cambio  |  ↓↓ Caida brusca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el DC Monitoring Simulator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61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Instructor activa ataque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tipo de ataque en el panel. El aprendiz NO sabe cual es activado.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0128" y="118872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Aprendiz observa metricas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47288" y="169164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el dashboard: CPU, RAM, Net IN, Disk I/O, Conexiones. Identifica la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45936" y="118872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500" b="1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83096" y="169164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herramienta de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simulador para correlacionar senales y clasificar.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81744" y="118872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18904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500" b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Reporte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18904" y="169164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Documenta: tipo de ataque, </a:t>
            </a:r>
            <a:r>
              <a:rPr lang="en-US" sz="13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observadas, acciones tomadas y tiempo de respuesta.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</a:t>
            </a:r>
            <a:r>
              <a:rPr lang="en-US" sz="3600" b="1" i="1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r>
              <a:rPr lang="en-US" sz="36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hace al experto"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monitoreo en tiempo real no es </a:t>
            </a:r>
            <a:r>
              <a:rPr lang="en-US" sz="18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</a:t>
            </a: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 la </a:t>
            </a:r>
            <a:r>
              <a:rPr lang="en-US" sz="18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</a:t>
            </a: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defensa.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8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aprendes a leer hoy, puede significar horas menos de downtime manana.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475488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9377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Monitoring Simulator - SENA </a:t>
            </a:r>
            <a:r>
              <a:rPr lang="en-US" sz="1500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r>
              <a:rPr lang="en-US" sz="15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Redes y Sistemas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2481</Words>
  <Application>Microsoft Office PowerPoint</Application>
  <PresentationFormat>Panorámica</PresentationFormat>
  <Paragraphs>426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Alberto Vasquez Campos</cp:lastModifiedBy>
  <cp:revision>2</cp:revision>
  <dcterms:created xsi:type="dcterms:W3CDTF">2026-06-03T03:09:09Z</dcterms:created>
  <dcterms:modified xsi:type="dcterms:W3CDTF">2026-06-03T03:56:02Z</dcterms:modified>
</cp:coreProperties>
</file>